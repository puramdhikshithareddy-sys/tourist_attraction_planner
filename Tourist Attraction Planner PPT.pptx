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Tourist Attraction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Smart attraction selection + feasible route planning under time and budget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7040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ONE-LINE IDEA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An algorithm-driven travel planner that selects the most valuable attractions within a </a:t>
            </a:r>
            <a:r>
              <a:rPr dirty="0" err="1"/>
              <a:t>traveller's</a:t>
            </a:r>
            <a:r>
              <a:rPr dirty="0"/>
              <a:t> time and budget, then generates a practical visit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PROJECT DOMAIN</a:t>
            </a:r>
            <a:endParaRPr lang="en-IN" dirty="0"/>
          </a:p>
          <a:p>
            <a:pPr algn="ctr">
              <a:defRPr sz="1600" b="1">
                <a:solidFill>
                  <a:srgbClr val="0F766E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Travel &amp; Tourism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Optimization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Graph Algorithms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Decision Support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Sustainable trip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88036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TEAM MEMBERS</a:t>
            </a:r>
            <a:endParaRPr lang="en-IN" dirty="0"/>
          </a:p>
          <a:p>
            <a:pPr algn="ctr">
              <a:defRPr sz="1600" b="1">
                <a:solidFill>
                  <a:srgbClr val="0F766E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Member 1: </a:t>
            </a:r>
            <a:r>
              <a:rPr lang="en-IN" dirty="0"/>
              <a:t>K Akshitha 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Member 2: </a:t>
            </a:r>
            <a:r>
              <a:rPr lang="en-IN" dirty="0"/>
              <a:t>P Dhikshitha Reddy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Member 3:</a:t>
            </a:r>
            <a:r>
              <a:rPr lang="en-IN" dirty="0"/>
              <a:t>K Jahnavi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Member 4: </a:t>
            </a:r>
            <a:r>
              <a:rPr lang="en-IN" dirty="0"/>
              <a:t>K Renu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5661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THE CORE PROBLEM</a:t>
            </a:r>
            <a:endParaRPr lang="en-IN" dirty="0"/>
          </a:p>
          <a:p>
            <a:pPr algn="ctr">
              <a:defRPr sz="1600" b="1">
                <a:solidFill>
                  <a:srgbClr val="0F766E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 err="1"/>
              <a:t>Travellers</a:t>
            </a:r>
            <a:r>
              <a:rPr dirty="0"/>
              <a:t> often have limited: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⏱ Time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💰 Budget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📍 Travel distance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⭐ Attention / priority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Our system converts these constraints into an explainable algorithmic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Turning a real travel-planning problem into a measurable optimization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REAL-WORLD PROBLEM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A traveller may know many attractions but cannot visit all of them. The planner must choose a useful combination without exceeding the available time or budget, and the selected attractions must be arranged into a feasible route.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WHY IT MATTERS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Manual planning is time-consuming and may lead to wasted time, unnecessary travel, or expensive choices. An explainable algorithm can make the trade-offs visible before the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CHALLENGE 1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Selecting high-value attractions while respecting two constraints: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total visit time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total entry/travel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5204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CHALLENGE 2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Finding a visit order from the selected attractions using graph relationships and shortest feasible connections.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520440"/>
            <a:ext cx="3611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CHALLENGE 3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Explaining every important decision instead of returning only a final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An explainable hybrid of Greedy selection, Knapsack optimization and Graph Traversal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SMART SELECTION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GREEDY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Ranks currently feasible attractions by value efficiency and makes the best local choice.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KNAPSACK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Finds a high-value combination under time + budget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2588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SMART ROUTING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GRAPH MODEL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Each attraction is a node. Travel links are weighted edges.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ROUTE GENERATION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Uses graph traversal and nearest-feasible movement to produce a practical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2588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EXPLAINABLE UI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Selected / rejected reasons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Total time and cost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Total priority/value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Route distance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Algorithm comparison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Interactive map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Decision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10378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UNIQUE APPROACH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Instead of treating route planning as only a map problem, we separate it into selection + optimization + routing and expose the reasoning behind each stage.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User journey: constraints → selection → optimization → route →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1. INPUT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Budget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Available time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Attractions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1732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2. PROCESS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Validate data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Build attraction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27152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3. ALGORITHMS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Greedy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Knapsack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1732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4. OUTPUT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Selected places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Totals + route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62401"/>
            <a:ext cx="260604" cy="184355"/>
          </a:xfrm>
          <a:prstGeom prst="rightArrow">
            <a:avLst>
              <a:gd name="adj1" fmla="val 50000"/>
              <a:gd name="adj2" fmla="val 38681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 flipV="1">
            <a:off x="6080761" y="2262400"/>
            <a:ext cx="260604" cy="184355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8957236" y="2241754"/>
            <a:ext cx="243250" cy="205001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EXAMPLE DECISION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Input: 8 hours + ₹1,500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→ Greedy identifies efficient attractions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→ Knapsack evaluates the best combination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→ Graph routing connects selected locations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→ Dashboard explains selections and rejections.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65760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USER JOURNEY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Enter constraints → Review attraction data → Click “Generate Plan” → Compare algorithms → Inspect decision log → Follow the generated visit order on the 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Technology choices are intentionally lightweight and suitable for a hackathon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38559"/>
            <a:ext cx="3429000" cy="2792361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TECH STACK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PYTHON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Core application and algorithms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NO EXTERNAL DATABASE REQUIRED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Sample data can run locally.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29000" cy="4819281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ALGORITHMS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GREEDY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Local best choice using value / resource efficiency.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0/1 KNAPSACK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Dynamic programming for value maximization under time and budget constraints.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GRAPH TRAVERSAL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BFS/DFS for connectivity; route generation uses weighted graph distances.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DECISION LOG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Stores the reasoning behind selections.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2920" y="1426660"/>
            <a:ext cx="3474720" cy="441615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COMPLEXITY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Greedy sorting: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O(n log n)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Knapsack DP: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O(n × T × B) in the integer-resource implementation.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BFS/DFS: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O(V + E)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Route construction: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O(k²) for k selected attractions in the simple nearest-</a:t>
            </a:r>
            <a:r>
              <a:rPr dirty="0" err="1"/>
              <a:t>neighbour</a:t>
            </a:r>
            <a:r>
              <a:rPr dirty="0"/>
              <a:t> version.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Trade-off: clarity + explainability over production-scale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sample run demonstrates both the optimization result and the reasoning behind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SAMPLE INPUT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Available time: 8 hours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Budget: ₹1,500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Attractions: Museum, Park, Fort, Lake, Temple,</a:t>
            </a:r>
            <a:r>
              <a:rPr lang="en-IN" dirty="0"/>
              <a:t> Charminar</a:t>
            </a:r>
            <a:r>
              <a:rPr dirty="0"/>
              <a:t> </a:t>
            </a:r>
            <a:endParaRPr lang="en-IN"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Goal: maximize total attraction priority.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08192" y="150876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SAMPLE OUTPUT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Selected: Museum + Park + Lake + Temple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Total time: within 8 hours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Total cost: within ₹1,500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Route: Start → Museum → Park → Lake → Temple →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49041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VISIBLE METRICS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✓ Total priority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✓ Total cost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✓ Total visit time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✓ Travel distance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✓ Number selected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749041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DEMO EVIDENCE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Interactive map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Algorithm comparison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Selected/rejected table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Decision log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Route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749041"/>
            <a:ext cx="3611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PRACTICAL BENEFITS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Faster planning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Budget awareness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Better time utilization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Explainable decisions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Easy to extend with live map/POI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Future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6042"/>
            <a:ext cx="3429000" cy="355042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CURRENT ACHIEVEMENT</a:t>
            </a:r>
            <a:endParaRPr lang="en-IN" dirty="0"/>
          </a:p>
          <a:p>
            <a:pPr algn="ctr">
              <a:defRPr sz="1600" b="1">
                <a:solidFill>
                  <a:srgbClr val="0F766E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Greedy selection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0/1 Knapsack optimization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Graph-based routing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Interactive map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Decision explanations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✓ Algorithm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2588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FUTURE IMPROVEMENTS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Live attraction / opening-hour data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Real road distances and travel times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Weather-aware planning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Personalized interests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Multi-day itineraries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Public transport integration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Real-time re-planning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25880"/>
            <a:ext cx="33832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rPr dirty="0"/>
              <a:t>SCALABILITY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The architecture can move from sample data to APIs and databases.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More attractions can be handled by optimized data structures and stronger routing algorithms such as Dijkstra or A*.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The same framework can support cities, states or multi-day tours.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44068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FINAL TAKEAWAY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Plan smarter. Spend within limits. See more meaningful places — with every algorithmic decision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909</Words>
  <Application>Microsoft Office PowerPoint</Application>
  <PresentationFormat>Widescreen</PresentationFormat>
  <Paragraphs>177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Dikshitha Reddy</cp:lastModifiedBy>
  <cp:revision>5</cp:revision>
  <dcterms:created xsi:type="dcterms:W3CDTF">2013-01-27T09:14:16Z</dcterms:created>
  <dcterms:modified xsi:type="dcterms:W3CDTF">2026-10-03T06:09:30Z</dcterms:modified>
  <cp:category/>
</cp:coreProperties>
</file>